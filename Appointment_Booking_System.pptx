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023360" cy="402336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BOOKING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188720" y="32461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Django-Based Web Platform for Doctor–Patient Appointment Scheduling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8636" y="3977640"/>
            <a:ext cx="2011680" cy="128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429768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Submission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Developed, Deployed &amp; Hosted on GitHub + Render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digital appointment system is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EAF7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Waiting Times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331720"/>
            <a:ext cx="38541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in physical queues with no visibility into doctor availability or expected wait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3076" y="169164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EAF7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7396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01" y="212026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6076" y="1947672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66076" y="2331720"/>
            <a:ext cx="38541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register-based scheduling at clinics frequently leads to overlapping or conflicting appointment slots.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EAF7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69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" y="42233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50792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Records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434840"/>
            <a:ext cx="38541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and appointment data are scattered across paper registers, making tracking difficult.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23076" y="379476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EAF7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7396" y="4069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701" y="42233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6076" y="4050792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Option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66076" y="4434840"/>
            <a:ext cx="38541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must call or visit in person to book, reschedule, or check the status of an appointment.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end-to-end development workflow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21865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666390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269" y="2186559"/>
            <a:ext cx="427482" cy="4274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46350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92701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580" y="218655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72661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SQLite/MySQL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719011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90" y="2186559"/>
            <a:ext cx="427482" cy="4274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98971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745322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201" y="2186559"/>
            <a:ext cx="427482" cy="4274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25282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0771632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6511" y="2186559"/>
            <a:ext cx="427482" cy="42748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51592" y="2862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BOOKING WORKFLOW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960120" y="4114800"/>
            <a:ext cx="10268712" cy="0"/>
          </a:xfrm>
          <a:prstGeom prst="line">
            <a:avLst/>
          </a:prstGeom>
          <a:noFill/>
          <a:ln w="25400">
            <a:solidFill>
              <a:srgbClr val="C7E3E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264615" y="3794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633" y="3938778"/>
            <a:ext cx="352044" cy="3520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2920" y="4544568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502920" y="4818888"/>
            <a:ext cx="2163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creates an account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3519526" y="3794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544" y="3938778"/>
            <a:ext cx="352044" cy="3520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2757830" y="4544568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2757830" y="4818888"/>
            <a:ext cx="2163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5774436" y="3794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454" y="3938778"/>
            <a:ext cx="352044" cy="3520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012741" y="4544568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Doctors</a:t>
            </a:r>
            <a:endParaRPr lang="en-US" sz="1250" dirty="0"/>
          </a:p>
        </p:txBody>
      </p:sp>
      <p:sp>
        <p:nvSpPr>
          <p:cNvPr id="36" name="Text 25"/>
          <p:cNvSpPr/>
          <p:nvPr/>
        </p:nvSpPr>
        <p:spPr>
          <a:xfrm>
            <a:off x="5012741" y="4818888"/>
            <a:ext cx="2163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specialization &amp; timings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8029346" y="37947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9366" y="3954780"/>
            <a:ext cx="320040" cy="3200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267651" y="4544568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Slot</a:t>
            </a:r>
            <a:endParaRPr lang="en-US" sz="1250" dirty="0"/>
          </a:p>
        </p:txBody>
      </p:sp>
      <p:sp>
        <p:nvSpPr>
          <p:cNvPr id="40" name="Text 28"/>
          <p:cNvSpPr/>
          <p:nvPr/>
        </p:nvSpPr>
        <p:spPr>
          <a:xfrm>
            <a:off x="7267651" y="4818888"/>
            <a:ext cx="2163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 &amp; time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10284257" y="37947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4277" y="3954780"/>
            <a:ext cx="320040" cy="32004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522562" y="4544568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</p:txBody>
      </p:sp>
      <p:sp>
        <p:nvSpPr>
          <p:cNvPr id="44" name="Text 31"/>
          <p:cNvSpPr/>
          <p:nvPr/>
        </p:nvSpPr>
        <p:spPr>
          <a:xfrm>
            <a:off x="9522562" y="4818888"/>
            <a:ext cx="2163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saved, conflict-checked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tested, and successfully deployed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92424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3392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8264" y="1600200"/>
            <a:ext cx="3392424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398264" y="1673352"/>
            <a:ext cx="3392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98264" y="22402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600200"/>
            <a:ext cx="3392424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156448" y="1673352"/>
            <a:ext cx="3392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56448" y="22402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DELIVERED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1071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87552" y="338328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secure login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0390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87552" y="37764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listing with specialization &amp; timings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7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41696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with date &amp; time selection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902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7552" y="45628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double-booking prevention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8348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7552" y="49560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to manage doctors &amp; appointment status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7552" y="53492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 to view &amp; cancel appointments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7635240" y="3017520"/>
            <a:ext cx="3913632" cy="3246120"/>
          </a:xfrm>
          <a:prstGeom prst="roundRect">
            <a:avLst>
              <a:gd name="adj" fmla="val 2254"/>
            </a:avLst>
          </a:prstGeom>
          <a:solidFill>
            <a:srgbClr val="06313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03436" y="3246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8315" y="3420999"/>
            <a:ext cx="427482" cy="42748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818120" y="416052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DEPLOYED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909560" y="4498848"/>
            <a:ext cx="3364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Render, source code version-controlled on GitHub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7863840" y="5120640"/>
            <a:ext cx="3456432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5285232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412480" y="526694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5596128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412480" y="55778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Live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Appointment Booking System successfully replaces manual, queue-based scheduling with a reliable, self-service web platform — giving patients real-time visibility into doctor availability while preventing scheduling conflicts through database-level safeguards.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30495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926080"/>
            <a:ext cx="4402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appointment reminders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3076" y="2926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0495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4596" y="2926080"/>
            <a:ext cx="4402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91820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94760"/>
            <a:ext cx="4402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doctor login to confirm slots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23076" y="3794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91820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4596" y="3794760"/>
            <a:ext cx="4402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ratings &amp; feedback system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088636" y="5074920"/>
            <a:ext cx="2011680" cy="128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53035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Appointment Booking System</dc:title>
  <dc:subject>PptxGenJS Presentation</dc:subject>
  <dc:creator>Student Project</dc:creator>
  <cp:lastModifiedBy>Student Project</cp:lastModifiedBy>
  <cp:revision>1</cp:revision>
  <dcterms:created xsi:type="dcterms:W3CDTF">2026-06-20T13:57:36Z</dcterms:created>
  <dcterms:modified xsi:type="dcterms:W3CDTF">2026-06-20T13:57:36Z</dcterms:modified>
</cp:coreProperties>
</file>